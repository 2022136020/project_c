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12188952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F51B5"/>
                </a:solidFill>
              </a:rPr>
              <a:t>Portfolio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E9E9E"/>
                </a:solidFill>
              </a:rPr>
              <a:t>되돌아보는 투자자가 앞으로 나아간다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51B5"/>
                </a:solidFill>
              </a:rPr>
              <a:t>중간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9E9E"/>
                </a:solidFill>
              </a:rPr>
              <a:t>Flutter + Firebase  ·  개인 자산 포트폴리오 관리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E9E9E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1. 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누구의 어떤 문제를 푸는가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114300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1143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8871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데이터 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여러 계좌·앱에 흩어진 투자 기록 — 전체 현황 파악 불가능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1247120" cy="114300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54864" cy="1143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603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복기 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71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체계적인 기록 수단 없음 — 매수 근거와 실제 결과를 나란히 볼 수 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54864" cy="1143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실수 반복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43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복기 부재 → 같은 판단 오류 반복 → 수익 기회 상실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11247120" cy="86868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54864" cy="86868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394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한 줄 가치 제안  ·  "경험을 자산으로 바꾸는 개인 투자 포트폴리오 관리 앱"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2.  사용자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포지션 기록과 복기 — 핵심 유즈케이스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3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146304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14630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</a:rPr>
              <a:t>Min은 삼성전자를 68,000원에 100주 매수했다.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앱에 진입가 · 수량 · 매수 근거 · 목표가 · 손절가를 기록하고,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72,000원에 매도하면 수익률(+5.9%) · 손익(+400,000원)이 자동 계산된다.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1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8971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로그인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0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F51B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3804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03804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03804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5244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계좌
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2332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F51B5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8636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8636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8636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0076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포지션
진입 기록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7164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F51B5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3468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3468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3468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4908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포지션
정리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1996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F51B5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58300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58300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8300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9740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복기
메모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72000"/>
            <a:ext cx="11247120" cy="84124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572000"/>
            <a:ext cx="54864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754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결과  ·  매수 근거와 실제 손익이 나란히 표시 → 패턴 파악 → 다음 투자 판단에 반영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보조 시나리오: 월말 복기(손익·승률 확인) / 대시보드에서 실시간 자산 현황 조회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3.  기술 스택과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주요 기술 결정 — ADR 기반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4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291840" cy="53035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1556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051560"/>
            <a:ext cx="4846320" cy="53035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111556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051560"/>
            <a:ext cx="3017520" cy="53035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1115568"/>
            <a:ext cx="2834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근거 (ADR)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81912"/>
            <a:ext cx="3291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2938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모바일 프레임워크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581912"/>
            <a:ext cx="484632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17830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Flutter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581912"/>
            <a:ext cx="3017520" cy="1188720"/>
          </a:xfrm>
          <a:prstGeom prst="rect">
            <a:avLst/>
          </a:prstGeom>
          <a:solidFill>
            <a:srgbClr val="3F51B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92938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ADR-0001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71800"/>
            <a:ext cx="32918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192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아키텍처 패턴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971800"/>
            <a:ext cx="484632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317296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4레이어 구조
(화면·흐름·규칙·저장)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971800"/>
            <a:ext cx="3017520" cy="1188720"/>
          </a:xfrm>
          <a:prstGeom prst="rect">
            <a:avLst/>
          </a:prstGeom>
          <a:solidFill>
            <a:srgbClr val="3F51B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319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ADR-0002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61688"/>
            <a:ext cx="3291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0915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백엔드 서비스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361688"/>
            <a:ext cx="484632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4562855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Firebase
(Auth + Firestore)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4361688"/>
            <a:ext cx="3017520" cy="1188720"/>
          </a:xfrm>
          <a:prstGeom prst="rect">
            <a:avLst/>
          </a:prstGeom>
          <a:solidFill>
            <a:srgbClr val="3F51B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470915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ADR-0003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* ADR 세부 내용(선택지 비교)은 발표 마지막 슬라이드에 수록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4.  아키텍처 다이어그램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4레이어 구조 — 역할 분리로 유지보수 용이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5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1078992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2103120" cy="10789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4300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2763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CAE9"/>
                </a:solidFill>
              </a:rPr>
              <a:t>screens/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88720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화면 렌더링 · 사용자 입력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459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Flutter Widget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005840"/>
            <a:ext cx="2834640" cy="1078992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3533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Flutter Widget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066544"/>
            <a:ext cx="54864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F51B5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9424"/>
            <a:ext cx="11247120" cy="1078992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49424"/>
            <a:ext cx="2103120" cy="10789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386584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87121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CAE9"/>
                </a:solidFill>
              </a:rPr>
              <a:t>services/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432304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Firebase 호출 · 상태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88950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FirestoreService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249424"/>
            <a:ext cx="2834640" cy="1078992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5968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FirestoreService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310127"/>
            <a:ext cx="54864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F51B5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93008"/>
            <a:ext cx="11247120" cy="1078992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93008"/>
            <a:ext cx="2103120" cy="10789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63016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11480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CAE9"/>
                </a:solidFill>
              </a:rPr>
              <a:t>models/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675887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수익률 · 잔액 등 계산식 정의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133087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Position / Account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3493008"/>
            <a:ext cx="2834640" cy="1078992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8404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Position /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553712"/>
            <a:ext cx="54864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F51B5"/>
                </a:solidFill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36592"/>
            <a:ext cx="11247120" cy="1078992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736592"/>
            <a:ext cx="2103120" cy="10789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358383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CAE9"/>
                </a:solidFill>
              </a:rPr>
              <a:t>Firebase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19472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Firestore CRUD · Auth 인증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37667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Cloud Firestore / Auth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4736592"/>
            <a:ext cx="2834640" cy="1078992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50840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Cloud Firestore / Auth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5.  진행 상황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Must 기능 기준 진척도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6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621792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97863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19786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197863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회원가입 / 로그인 / 자동 로그인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47120" cy="621792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4864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2938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9293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계좌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92938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계좌 등록 / 입출금 기록 / 잔액 자동 계산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11247120" cy="621792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14600"/>
            <a:ext cx="54864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609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6609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포지션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66090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진입·정리 / 수익률·손익 계산 / 복기 메모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46120"/>
            <a:ext cx="11247120" cy="621792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46120"/>
            <a:ext cx="54864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924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3924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시각화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39242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수익률 막대 차트 / 누적 손익 라인 차트 / 기간 필터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77639"/>
            <a:ext cx="11247120" cy="621792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977639"/>
            <a:ext cx="54864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1239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32"/>
                </a:solidFill>
              </a:rPr>
              <a:t>✅ 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1239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대시보드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12394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총 잔액 / 누적 손익 / 승률 / 최근 포지션 목록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11247120" cy="621792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709160"/>
            <a:ext cx="54864" cy="62179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8554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C00"/>
                </a:solidFill>
              </a:rPr>
              <a:t>🚧 진행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8554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문서·배포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85546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setup·testing 문서 / README 완비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40680"/>
            <a:ext cx="11247120" cy="621792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440680"/>
            <a:ext cx="54864" cy="621792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58698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⏳ 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5869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</a:rPr>
              <a:t>앱 빌드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58698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Android APK 빌드 및 설치 파일 생성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605272"/>
            <a:ext cx="1124712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760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전체 진척  ·  Must 기능 95% 완료  (5단계 구현 완료 / 문서·배포 진행 중)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6. 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라이브 시연 — 핵심 화면 2가지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7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19202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4864" cy="19202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124712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51B5"/>
                </a:solidFill>
              </a:rPr>
              <a:t>시나리오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1887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계좌 관리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373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① 계좌 등록 (주식·코인 선택, 통화 선택)  → ② 입금 기록  → ③ 잔액 자동 계산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1247120" cy="19202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54864" cy="19202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1124712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51B5"/>
                </a:solidFill>
              </a:rPr>
              <a:t>시나리오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747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포지션 기록 + 복기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233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① 포지션 진입 기록 (종목·진입가·수량·매수 근거)  → ② 포지션 정리 (매도가·손익·수익률 자동 계산)  → ③ 복기 메모 조회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06440"/>
            <a:ext cx="11247120" cy="658368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71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데모 백업  ·  Wi-Fi 없는 환경 대비 → 로컬 데이터 캐시 + 화면 녹화 영상 준비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7.  남은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13 ~ 15주차 우선순위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8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2560320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98448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13주차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1051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5CAE9"/>
                </a:solidFill>
              </a:rPr>
              <a:t>2026-05-26 ~ 05-30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35331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setup.md / deploy.md / testing.md 문서 완성
README 최종 완비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2560320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944368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14주차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45643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5CAE9"/>
                </a:solidFill>
              </a:rPr>
              <a:t>2026-06-02 ~ 06-06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9923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Android APK 빌드 및 설치 테스트
최종 발표 슬라이드 완성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2560320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590288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15주차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10235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5CAE9"/>
                </a:solidFill>
              </a:rPr>
              <a:t>2026-06-09 ~ 06-13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64515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최종 발표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8.  어려운 점 / 도움 요청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9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887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iOS 빌드 불가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1848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Mac 환경 없음 → iOS 시뮬레이터·실기기 테스트 불가
Android APK만 제출 예정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54864" cy="1417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8529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Firebase Security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82696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Firestore 보안 규칙 검증 어려움 — 다른 사용자가 타 계정 데이터에
접근하지 못하도록 규칙을 작성했으나 침투 테스트 환경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79976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79976"/>
            <a:ext cx="54864" cy="1417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51713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앱 배포 경험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46904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Google Play Console 등록 절차 및 APK 서명 과정 첫 시도
배포 오류 발생 시 대응 방법 조언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ADR-0001  —  모바일 프레임워크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선택지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9616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React Native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안드로이드 전용 개발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13631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23359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아이폰 전용 개발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75504"/>
            <a:ext cx="11247120" cy="102412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285232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✓  Flutter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ADR-0002  —  아키텍처 패턴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선택지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548640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9616"/>
            <a:ext cx="5303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역할 구분 없이 한 파일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0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5303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MVC 방식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13631"/>
            <a:ext cx="548640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23359"/>
            <a:ext cx="5303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6 ~ 8개 레이어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75504"/>
            <a:ext cx="5486400" cy="102412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285232"/>
            <a:ext cx="5303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✓  4레이어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87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선택된 4레이어 구조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89888"/>
            <a:ext cx="137160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59105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레이어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389888"/>
            <a:ext cx="256032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159105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역할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1389888"/>
            <a:ext cx="173736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33888" y="159105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위치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95728"/>
            <a:ext cx="13716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259689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화면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2395728"/>
            <a:ext cx="2560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259689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버튼·목록·입력창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395728"/>
            <a:ext cx="173736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33888" y="259689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screens/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01568"/>
            <a:ext cx="13716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60273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흐름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3401568"/>
            <a:ext cx="2560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360273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화면-데이터 연결 처리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3401568"/>
            <a:ext cx="173736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3888" y="360273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407408"/>
            <a:ext cx="13716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460857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규칙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4407408"/>
            <a:ext cx="2560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460857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잔액·수익률 계산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4160" y="4407408"/>
            <a:ext cx="173736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33888" y="460857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models/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413248"/>
            <a:ext cx="13716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561441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저장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5413248"/>
            <a:ext cx="2560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7848" y="561441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Firestore 입출력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4160" y="5413248"/>
            <a:ext cx="173736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33888" y="561441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services/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ADR-0003  —  백엔드 서비스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선택지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9616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Supabase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폰 내부 저장 (SQLite 등)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13631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23359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직접 서버 구축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75504"/>
            <a:ext cx="11247120" cy="102412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285232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✓  Firebase (Auth + Firestore)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12188952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F51B5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E9E9E"/>
                </a:solidFill>
              </a:rPr>
              <a:t>Portfolio Tracker  ·  Jooseonghyeon  ·  2026.05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