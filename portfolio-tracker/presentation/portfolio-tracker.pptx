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1" r:id="rId12"/>
    <p:sldId id="269" r:id="rId20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11640312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