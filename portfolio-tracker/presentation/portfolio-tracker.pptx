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Jooseonghyeon  ·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5C00"/>
                </a:solidFill>
              </a:rPr>
              <a:t>🚧 진행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95% 완료  (5단계 구현 완료 / 문서·배포 진행 중)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