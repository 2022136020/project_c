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Jooseonghyeon  ·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본인만의 기법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247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1  —  단일 md 부트스트랩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AUTHORING.Jooseonghyeon.v0.1.0.md 하나로 Rules · Skills · Commands 전체를 자동 세팅
새 프로젝트에 이 파일 하나만 전달하면 AI 운영 체계가 즉시 구성됨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88920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20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2  —  도메인 특화 서브에이전트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feature-debugger (/dg) : 앱 기능 6개 영역 체크리스트 기반 정적 분석
pre-presentation-checker (/pc) : 발표 전 점수 · 제출물 종합 점검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26279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599431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093207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개발 전 단계별 계획 수립 → AI로 구현 → 직접 점검 · 이해 후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