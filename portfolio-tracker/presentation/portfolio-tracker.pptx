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Portfolio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5CAE9"/>
                </a:solidFill>
              </a:rPr>
              <a:t>되돌아보는 투자자가 앞으로 나아간다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474720"/>
            <a:ext cx="393192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5CAE9"/>
                </a:solidFill>
              </a:rPr>
              <a:t>Flutter + Firebase  /  개인 자산 포트폴리오 관리 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FA8DA"/>
                </a:solidFill>
              </a:rPr>
              <a:t>Jooseonghyeon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303520" cy="71323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51B5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9903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</a:rPr>
              <a:t>문제 정의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234440"/>
            <a:ext cx="5303520" cy="71323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32588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51B5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39903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</a:rPr>
              <a:t>비전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5303520" cy="71323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28600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51B5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</a:rPr>
              <a:t>사용자 시나리오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194560"/>
            <a:ext cx="5303520" cy="71323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28600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51B5"/>
                </a:solidFill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35915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</a:rPr>
              <a:t>기능 요구사항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54680"/>
            <a:ext cx="5303520" cy="71323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4612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51B5"/>
                </a:solidFill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92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</a:rPr>
              <a:t>WBS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154680"/>
            <a:ext cx="5303520" cy="71323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24612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51B5"/>
                </a:solidFill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3192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</a:rPr>
              <a:t>개발 진척도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114800"/>
            <a:ext cx="5303520" cy="71323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0624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51B5"/>
                </a:solidFill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27939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</a:rPr>
              <a:t>아키텍처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114800"/>
            <a:ext cx="5303520" cy="71323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20624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51B5"/>
                </a:solidFill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27939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</a:rPr>
              <a:t>AI Agent 활용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74920"/>
            <a:ext cx="5303520" cy="71323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663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51B5"/>
                </a:solidFill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951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</a:rPr>
              <a:t>ADR — 기술 결정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01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5CAE9"/>
                </a:solidFill>
              </a:rPr>
              <a:t>투자자가 겪는 불편함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1064240" cy="11430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F51B5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2763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</a:rPr>
              <a:t>투자 데이터가 여러 계좌에 흩어져 전체 현황 파악이 안 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34640"/>
            <a:ext cx="11064240" cy="11430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90672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F51B5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906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</a:rPr>
              <a:t>체계적인 기록 수단이 없어 복기가 불가능함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97680"/>
            <a:ext cx="11064240" cy="11430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553712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F51B5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</a:rPr>
              <a:t>복기 부재로 투자 실수가 반복됨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02  비전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11064240" cy="6858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"되돌아보는 투자자가 앞으로 나아간다"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</a:rPr>
              <a:t>대부분의 개인 투자자는 기록하지 않기 때문에 같은 실수를 반복합니다.
Portfolio Tracker는 흩어진 매매 기록을 한 곳에 모으고,
진입 근거와 결과를 나란히 놓아 복기를 가능하게 합니다.
한 번의 기록이 다음 판단의 기준이 되고,
쌓인 기록이 누구도 빼앗을 수 없는 투자자 자신만의 지식이 됩니다.
경험을 자산으로 바꾸는 도구를 만듭니다.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03  사용자 시나리오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5087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463040" cy="3474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시나리오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F51B5"/>
                </a:solidFill>
              </a:rPr>
              <a:t>투자 포지션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10241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종목 매수 후 앱에 진입가·수량·매수 근거·목표가·손절가 기록
→ 매도 시 손익·수익률 자동 계산 → 매수 근거 복기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71800"/>
            <a:ext cx="11064240" cy="15087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971800"/>
            <a:ext cx="1463040" cy="3474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시나리오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F51B5"/>
                </a:solidFill>
              </a:rPr>
              <a:t>월말 복기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94760"/>
            <a:ext cx="10241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월말 수익·손실 포지션의 매수 근거 비교
→ 투자 패턴 파악 → 다음 달 기준 메모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09160"/>
            <a:ext cx="11064240" cy="15087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709160"/>
            <a:ext cx="1463040" cy="3474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시나리오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20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F51B5"/>
                </a:solidFill>
              </a:rPr>
              <a:t>자산 현황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32120"/>
            <a:ext cx="10241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대시보드에서 계좌 잔액·실현 손익 누적·수익률 추이를 한눈에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04  기능 요구사항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2011680" cy="65836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인증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6040" y="1188720"/>
            <a:ext cx="9052560" cy="658368"/>
          </a:xfrm>
          <a:prstGeom prst="rect">
            <a:avLst/>
          </a:prstGeom>
          <a:noFill/>
          <a:ln w="12700">
            <a:solidFill>
              <a:srgbClr val="E8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316736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이메일 회원가입·로그인 / 자동 로그인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21408"/>
            <a:ext cx="2011680" cy="65836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계좌 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2121408"/>
            <a:ext cx="9052560" cy="658368"/>
          </a:xfrm>
          <a:prstGeom prst="rect">
            <a:avLst/>
          </a:prstGeom>
          <a:noFill/>
          <a:ln w="12700">
            <a:solidFill>
              <a:srgbClr val="E8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249424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계좌 등록 (주식·코인) / 통화 선택 / 입출금 기록 / 잔액 자동 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2011680" cy="65836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포지션 관리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3054096"/>
            <a:ext cx="9052560" cy="658368"/>
          </a:xfrm>
          <a:prstGeom prst="rect">
            <a:avLst/>
          </a:prstGeom>
          <a:noFill/>
          <a:ln w="12700">
            <a:solidFill>
              <a:srgbClr val="E8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3182112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진입·정리 기록 / 수익률·손익 자동 계산 / 복기 메모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2011680" cy="65836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시각화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3986784"/>
            <a:ext cx="9052560" cy="658368"/>
          </a:xfrm>
          <a:prstGeom prst="rect">
            <a:avLst/>
          </a:prstGeom>
          <a:noFill/>
          <a:ln w="12700">
            <a:solidFill>
              <a:srgbClr val="E8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4114800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포지션별 수익률 막대 차트 / 누적 손익 라인 차트 / 기간 필터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919472"/>
            <a:ext cx="2011680" cy="65836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대시보드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6040" y="4919472"/>
            <a:ext cx="9052560" cy="658368"/>
          </a:xfrm>
          <a:prstGeom prst="rect">
            <a:avLst/>
          </a:prstGeom>
          <a:noFill/>
          <a:ln w="12700">
            <a:solidFill>
              <a:srgbClr val="E8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5047488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총 잔액 / 누적 실현 손익 / 승률 / 최근 포지션 목록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89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57575"/>
                </a:solidFill>
              </a:rPr>
              <a:t>Out of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9893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57575"/>
                </a:solidFill>
              </a:rPr>
              <a:t>거래소·증권사 API 연동  /  실시간 시세 조회  /  Apple 로그인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05  WBS  (Work Breakdown Structure)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5CAE9"/>
                </a:solidFill>
              </a:rPr>
              <a:t>총 37일 / 6개 영역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7</a:t>
            </a:r>
          </a:p>
        </p:txBody>
      </p:sp>
      <p:pic>
        <p:nvPicPr>
          <p:cNvPr id="7" name="Picture 6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40312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06  개발 진척도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11064240" cy="74980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325880"/>
            <a:ext cx="7132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1325880"/>
            <a:ext cx="155448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93976"/>
            <a:ext cx="11064240" cy="74980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31136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231136"/>
            <a:ext cx="7132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/ 잔액 계산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0" y="2231136"/>
            <a:ext cx="155448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완료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99232"/>
            <a:ext cx="11064240" cy="74980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36392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136392"/>
            <a:ext cx="7132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20" y="3136392"/>
            <a:ext cx="155448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완료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04487"/>
            <a:ext cx="11064240" cy="74980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0416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041648"/>
            <a:ext cx="7132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막대 차트 / 라인 차트 / 기간 필터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4041648"/>
            <a:ext cx="155448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완료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09744"/>
            <a:ext cx="11064240" cy="74980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46904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946904"/>
            <a:ext cx="7132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손익 / 승률 / 최근 포지션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4946904"/>
            <a:ext cx="155448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완료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15000"/>
            <a:ext cx="11064240" cy="749808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521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5852160"/>
            <a:ext cx="7132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/ 앱 빌드 / PPT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5852160"/>
            <a:ext cx="1554480" cy="41148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진행 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07 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114800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5564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188720"/>
            <a:ext cx="69494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444752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4114800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603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358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468880"/>
            <a:ext cx="69494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724912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49039"/>
            <a:ext cx="4114800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4047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159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3749039"/>
            <a:ext cx="69494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4005072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수익률·잔액 계산 비즈니스 규칙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199"/>
            <a:ext cx="4114800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12063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96127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5029199"/>
            <a:ext cx="69494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5285231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57575"/>
                </a:solidFill>
              </a:rPr>
              <a:t>Flutter (Material 3)  ·  Firebase Auth  ·  Cloud Firestore  ·  fl_chart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08  AI Agent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5CAE9"/>
                </a:solidFill>
              </a:rPr>
              <a:t>Claude Code (Anthropic) 기반 개발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64240" cy="10515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594360" cy="105156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5331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F51B5"/>
                </a:solidFill>
              </a:rPr>
              <a:t>기획 자동화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783080"/>
            <a:ext cx="9875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비전·요구사항·WBS·일정·위험 문서 7종을 하루 안에 생성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11064240" cy="10515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594360" cy="105156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679191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F51B5"/>
                </a:solidFill>
              </a:rPr>
              <a:t>설계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108960"/>
            <a:ext cx="9875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ADR 작성, 아키텍처 패턴 결정, AGENTS.md 자동 구성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86200"/>
            <a:ext cx="11064240" cy="10515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86200"/>
            <a:ext cx="594360" cy="105156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00507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F51B5"/>
                </a:solidFill>
              </a:rPr>
              <a:t>구현 보조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434840"/>
            <a:ext cx="9875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Flutter 화면·Firebase 연동·수익률 계산 로직 코드 생성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12079"/>
            <a:ext cx="11064240" cy="10515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212079"/>
            <a:ext cx="594360" cy="105156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330951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F51B5"/>
                </a:solidFill>
              </a:rPr>
              <a:t>문서 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5760719"/>
            <a:ext cx="9875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PROGRESS.md·HANDOVER.md 자동 생성·갱신, 별도 관리 비용 없음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51B5"/>
                </a:solidFill>
              </a:rPr>
              <a:t>AUTHORING.Jooseonghyeon.v0.1.0.md — 단일 파일로 AI Agent 운영 체계 전체 부트스트랩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09  ADR-0001 — 모바일 프레임워크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57575"/>
                </a:solidFill>
              </a:rPr>
              <a:t>선택지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013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12121"/>
                </a:solidFill>
              </a:rPr>
              <a:t>      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11064240" cy="9144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9008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12121"/>
                </a:solidFill>
              </a:rPr>
              <a:t>      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39"/>
            <a:ext cx="11064240" cy="9144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78807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12121"/>
                </a:solidFill>
              </a:rPr>
              <a:t>      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66360"/>
            <a:ext cx="11064240" cy="9144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6752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09  ADR-0002 — 아키텍처 패턴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57575"/>
                </a:solidFill>
              </a:rPr>
              <a:t>선택지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5486400" cy="86868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12121"/>
                </a:solidFill>
              </a:rPr>
              <a:t>      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697480"/>
            <a:ext cx="5486400" cy="86868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12121"/>
                </a:solidFill>
              </a:rPr>
              <a:t>      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5486400" cy="86868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776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12121"/>
                </a:solidFill>
              </a:rPr>
              <a:t>      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92040"/>
            <a:ext cx="5486400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57575"/>
                </a:solidFill>
              </a:rPr>
              <a:t>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600200"/>
            <a:ext cx="128016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783080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1600200"/>
            <a:ext cx="228600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1783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0" y="1600200"/>
            <a:ext cx="1737360" cy="8046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19" y="178308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2560320"/>
            <a:ext cx="128016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2743200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09560" y="2560320"/>
            <a:ext cx="228600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274320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280" y="2560320"/>
            <a:ext cx="173736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19" y="274320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3520440"/>
            <a:ext cx="128016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3703320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3520440"/>
            <a:ext cx="228600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1000" y="370332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241280" y="3520440"/>
            <a:ext cx="173736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32719" y="370332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4480560"/>
            <a:ext cx="128016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663440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4480560"/>
            <a:ext cx="228600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1000" y="4663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241280" y="4480560"/>
            <a:ext cx="173736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19" y="466344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5440680"/>
            <a:ext cx="128016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623560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09560" y="5440680"/>
            <a:ext cx="228600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01000" y="562356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41280" y="5440680"/>
            <a:ext cx="1737360" cy="804672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32719" y="562356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09  ADR-0003 — 백엔드 서비스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95760" y="6583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57575"/>
                </a:solidFill>
              </a:rPr>
              <a:t>선택지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013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12121"/>
                </a:solidFill>
              </a:rPr>
              <a:t>      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11064240" cy="9144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9008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12121"/>
                </a:solidFill>
              </a:rPr>
              <a:t>      폰 내부 저장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39"/>
            <a:ext cx="11064240" cy="9144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78807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12121"/>
                </a:solidFill>
              </a:rPr>
              <a:t>      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66360"/>
            <a:ext cx="11064240" cy="9144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6752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✓  Firebase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88952" cy="21031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FA8DA"/>
                </a:solidFill>
              </a:rPr>
              <a:t>Portfolio Tracker  ·  Jooseonghyeon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