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88952" cy="3657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08576"/>
            <a:ext cx="12188952" cy="22494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Jooseonghyeon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1615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2527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문제 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51560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1615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2527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비전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93976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93976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9514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사용자 시나리오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093976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093976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2585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29514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기능 요구사항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36391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136391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3009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337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WBS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136391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3136391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3009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337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개발 진척도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178808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178808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3799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아키텍처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178808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4178808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3799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AI Agent 활용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221223"/>
            <a:ext cx="5577840" cy="80467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221223"/>
            <a:ext cx="64008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385815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422391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ADR — 기술 결정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01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투자자가 겪는 불편함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325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3258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F51B5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투자 데이터가 여러 계좌에 흩어져 전체 현황 파악이 안 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11247120" cy="1325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54864" cy="13258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2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F51B5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449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체계적인 기록 수단이 없어 복기가 불가능함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247120" cy="1325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54864" cy="13258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F51B5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45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복기 부재로 투자 실수가 반복됨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02  비전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6583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1556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F51B5"/>
                </a:solidFill>
              </a:rPr>
              <a:t>"되돌아보는 투자자가 앞으로 나아간다"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</a:rPr>
              <a:t>대부분의 개인 투자자는 기록하지 않기 때문에 같은 실수를 반복합니다.
Portfolio Tracker는 흩어진 매매 기록을 한 곳에 모으고,
진입 근거와 결과를 나란히 놓아 복기를 가능하게 합니다.
한 번의 기록이 다음 판단의 기준이 되고,
쌓인 기록이 누구도 빼앗을 수 없는 투자자 자신만의 지식이 됩니다.
경험을 자산으로 바꾸는 도구를 만듭니다.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03  사용자 시나리오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6002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430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39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투자 포지션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92807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종목 매수 후 앱에 진입가·수량·매수 근거·목표가·손절가 기록
→ 매도 시 손익·수익률 자동 계산 → 매수 근거 복기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79"/>
            <a:ext cx="11247120" cy="16002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926079"/>
            <a:ext cx="54864" cy="16002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월말 복기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월말 수익·손실 포지션의 매수 근거 비교
→ 투자 패턴 파악 → 다음 달 기준 메모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00600"/>
            <a:ext cx="11247120" cy="16002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800600"/>
            <a:ext cx="54864" cy="16002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12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자산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4184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대시보드에서 계좌 잔액·실현 손익 누적·수익률 추이를 한눈에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04  기능 요구사항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777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103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3443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234439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이메일 회원가입·로그인 / 자동 로그인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47120" cy="777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2103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194560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계좌 등록 (주식·코인) / 통화 선택 / 입출금 기록 / 잔액 자동 계산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11247120" cy="777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71800"/>
            <a:ext cx="2103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546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154680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진입·정리 기록 / 수익률·손익 자동 계산 / 복기 메모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11247120" cy="777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2103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114800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포지션별 수익률 막대 차트 / 누적 손익 라인 차트 / 기간 필터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892040"/>
            <a:ext cx="2103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074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74920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총 잔액 / 누적 실현 손익 / 승률 / 최근 포지션 목록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989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Out of Scope  ·  거래소·증권사 API 연동  /  실시간 시세 조회  /  Apple 로그인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05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총 37일 / 6개 영역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40312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06  개발 진척도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74980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16151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216151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216151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</a:rPr>
              <a:t>완료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11247120" cy="74980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3055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1305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/ 잔액 계산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1305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</a:rPr>
              <a:t>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11247120" cy="74980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80360"/>
            <a:ext cx="54864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4495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0449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449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</a:rPr>
              <a:t>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94760"/>
            <a:ext cx="11247120" cy="74980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94760"/>
            <a:ext cx="54864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95935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9593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막대 차트 / 라인 차트 / 기간 필터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593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</a:rPr>
              <a:t>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11247120" cy="74980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54864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87375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8737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손익 / 승률 / 최근 포지션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8737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</a:rPr>
              <a:t>완료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23560"/>
            <a:ext cx="11247120" cy="74980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23560"/>
            <a:ext cx="54864" cy="74980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78815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57881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/ 앱 빌드 / PPT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57881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5C00"/>
                </a:solidFill>
              </a:rPr>
              <a:t>진행 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07 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114800" cy="10058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61288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5919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screens/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71323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34416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4114800" cy="10058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31720"/>
            <a:ext cx="54864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926079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services/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331720"/>
            <a:ext cx="71323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2624327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79"/>
            <a:ext cx="4114800" cy="10058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11879"/>
            <a:ext cx="54864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21607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Domain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2062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models/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611879"/>
            <a:ext cx="71323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3904487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수익률·잔액 계산 비즈니스 규칙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92040"/>
            <a:ext cx="4114800" cy="10058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892040"/>
            <a:ext cx="54864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001768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8640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Firebase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4892040"/>
            <a:ext cx="71323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518464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(Material 3)  ·  Firebase Auth  ·  Cloud Firestore  ·  fl_chart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08  AI Agent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Claude Code (Anthropic) 기반 개발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0972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0972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18871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기획 자동화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6184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비전·요구사항·WBS·일정·위험 문서 7종을 하루 안에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11247120" cy="10972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39"/>
            <a:ext cx="54864" cy="10972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7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51459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설계 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9443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ADR 작성, 아키텍처 패턴 결정, AGENTS.md 자동 구성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4864" cy="10972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9592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8404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구현 보조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2702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Flutter 화면·Firebase 연동·수익률 계산 로직 코드 생성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29200"/>
            <a:ext cx="11247120" cy="10972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029200"/>
            <a:ext cx="54864" cy="10972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32180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6636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문서 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5961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E9E9E"/>
                </a:solidFill>
              </a:rPr>
              <a:t>PROGRESS.md·HANDOVER.md 자동 생성·갱신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51B5"/>
                </a:solidFill>
              </a:rPr>
              <a:t>AUTHORING.Jooseonghyeon.v0.1.0.md — 단일 파일로 AI Agent 운영 체계 전체 부트스트랩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09  ADR-0001 — 모바일 프레임워크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09  ADR-0002 — 아키텍처 패턴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0058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F51B5"/>
                </a:solidFill>
              </a:rPr>
              <a:t>09  ADR-0003 — 백엔드 서비스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5379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058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2331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Portfolio Tracker  ·  Jooseonghyeon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