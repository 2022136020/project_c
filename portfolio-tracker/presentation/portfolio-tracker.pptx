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6344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09160"/>
            <a:ext cx="12188952" cy="2148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9144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3F51B5"/>
                </a:solidFill>
              </a:rPr>
              <a:t>Portfolio Tracker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9E9E9E"/>
                </a:solidFill>
              </a:rPr>
              <a:t>되돌아보는 투자자가 앞으로 나아간다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089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F51B5"/>
                </a:solidFill>
              </a:rPr>
              <a:t>중간 발표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E9E9E"/>
                </a:solidFill>
              </a:rPr>
              <a:t>Flutter + Firebase  ·  개인 자산 포트폴리오 관리 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48640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E9E9E"/>
                </a:solidFill>
              </a:rPr>
              <a:t>Jooseonghyeon  ·  2026.05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1.  문제 정의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누구의 어떤 문제를 푸는가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2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188719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데이터 분산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6002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여러 계좌·앱에 흩어진 투자 기록 — 전체 현황 파악 불가능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231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4231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5603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복기 불가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9718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체계적인 기록 수단 없음 — 매수 근거와 실제 결과를 나란히 볼 수 없음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7947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7947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실수 반복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3434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복기 부재 → 같은 판단 오류 반복 → 수익 기회 상실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212080"/>
            <a:ext cx="11247120" cy="86868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5212080"/>
            <a:ext cx="54864" cy="86868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539496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한 줄 가치 제안  ·  "경험을 자산으로 바꾸는 개인 투자 포트폴리오 관리 앱"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2.  사용자 시나리오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포지션 기록과 복기 — 핵심 유즈케이스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3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46304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4630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1430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12121"/>
                </a:solidFill>
              </a:rPr>
              <a:t>Min은 삼성전자를 68,000원에 100주 매수했다.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앱에 진입가 · 수량 · 매수 근거 · 목표가 · 손절가를 기록하고,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72,000원에 매도하면 수익률(+5.9%) · 손익(+400,000원)이 자동 계산된다.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8971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8971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8971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0412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로그인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7500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03804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003804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03804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5244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계좌
등록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42332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88636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88636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88636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80076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포지션
진입 기록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27164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73468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73468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73468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64908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포지션
정리 기록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11996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58300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58300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58300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9740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복기
메모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572000"/>
            <a:ext cx="11247120" cy="84124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4572000"/>
            <a:ext cx="54864" cy="84124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475488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결과  ·  매수 근거와 실제 손익이 나란히 표시 → 패턴 파악 → 다음 투자 판단에 반영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669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보조 시나리오: 월말 복기(손익·승률 확인) / 대시보드에서 실시간 자산 현황 조회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3.  기술 스택과 아키텍처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주요 기술 결정 — ADR 기반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4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329184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115568"/>
            <a:ext cx="3108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영역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051560"/>
            <a:ext cx="484632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5072" y="1115568"/>
            <a:ext cx="4663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선택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78240" y="1051560"/>
            <a:ext cx="301752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42832" y="1115568"/>
            <a:ext cx="28346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근거 (ADR)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581912"/>
            <a:ext cx="329184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1929384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모바일 프레임워크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1581912"/>
            <a:ext cx="484632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23360" y="1783080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Flutter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240" y="1581912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0" y="1929384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971800"/>
            <a:ext cx="3291840" cy="118872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319272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아키텍처 패턴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0" y="2971800"/>
            <a:ext cx="4846320" cy="118872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23360" y="3172968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4레이어 구조
(화면·흐름·규칙·저장)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78240" y="2971800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0" y="3319272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361688"/>
            <a:ext cx="329184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709159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백엔드 서비스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0" y="4361688"/>
            <a:ext cx="484632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23360" y="4562855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Firebase
(Auth + Firestore)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78240" y="4361688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61120" y="4709159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0350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* ADR 세부 내용(선택지 비교)은 발표 마지막 슬라이드에 수록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4.  아키텍처 다이어그램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4레이어 구조 — 역할 분리로 유지보수 용이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5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143000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627632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screens/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1188720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화면 렌더링 · 사용자 입력 처리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645920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Flutter Widget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78240" y="1005840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5400" y="1353312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Flutter Widget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2066544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249424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249424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386584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871216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services/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2432304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Firebase 호출 · 상태 관리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889504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FirestoreService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78240" y="2249424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15400" y="2596896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FirestoreService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3310127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493008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3493008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630168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Domain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4114800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models/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97480" y="3675887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수익률 · 잔액 계산 비즈니스 규칙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97480" y="4133087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Position / Account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778240" y="3493008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15400" y="384048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Position / Account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0" y="4553712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736592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4736592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4873752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Data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5358383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Firebase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19472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Firestore CRUD · Auth 인증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97480" y="5376672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Cloud Firestore / Auth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778240" y="4736592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15400" y="5084064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Cloud Firestore / Auth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5.  진행 상황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Must 기능 기준 진척도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6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197863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1197863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인증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197863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회원가입 / 로그인 / 자동 로그인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78308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783080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192938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192938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계좌 관리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192938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계좌 등록 / 입출금 기록 / 잔액 자동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51460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2514600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266090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266090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포지션 관리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266090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진입·정리 / 수익률·손익 계산 / 복기 메모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24612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246120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39242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339242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시각화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339242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수익률 막대 차트 / 누적 손익 라인 차트 / 기간 필터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977639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3977639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12394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20240" y="412394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대시보드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0" y="412394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총 잔액 / 누적 손익 / 승률 / 최근 포지션 목록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70916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709160"/>
            <a:ext cx="54864" cy="621792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85546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5C00"/>
                </a:solidFill>
              </a:rPr>
              <a:t>🚧 진행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485546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문서·배포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0" y="485546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setup·testing 문서 / README 완비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544068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5440680"/>
            <a:ext cx="54864" cy="621792"/>
          </a:xfrm>
          <a:prstGeom prst="rect">
            <a:avLst/>
          </a:prstGeom>
          <a:solidFill>
            <a:srgbClr val="9E9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" y="558698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⏳ 예정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20240" y="558698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앱 빌드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0" y="558698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Android APK 빌드 및 설치 파일 생성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5605272"/>
            <a:ext cx="11247120" cy="566928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576072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전체 진척  ·  Must 기능 95% 완료  (5단계 구현 완료 / 문서·배포 진행 중)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6.  데모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라이브 시연 — 핵심 화면 2가지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7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11247120" cy="19202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54864" cy="19202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1124712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188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51B5"/>
                </a:solidFill>
              </a:rPr>
              <a:t>시나리오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118872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계좌 관리 흐름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737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① 계좌 등록 (주식·코인 선택, 통화 선택)  → ② 입금 기록  → ③ 잔액 자동 계산 확인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83280"/>
            <a:ext cx="11247120" cy="19202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383280"/>
            <a:ext cx="54864" cy="19202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383280"/>
            <a:ext cx="1124712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3474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51B5"/>
                </a:solidFill>
              </a:rPr>
              <a:t>시나리오 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347472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포지션 기록 + 복기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023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① 포지션 진입 기록 (종목·진입가·수량·매수 근거)  → ② 포지션 정리 (매도가·손익·수익률 자동 계산)  → ③ 복기 메모 조회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806440"/>
            <a:ext cx="11247120" cy="658368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9710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데모 백업  ·  Wi-Fi 없는 환경 대비 → 로컬 데이터 캐시 + 화면 녹화 영상 준비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7.  남은 일정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13 ~ 15주차 우선순위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8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2560320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298448"/>
            <a:ext cx="2240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13주차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810512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5CAE9"/>
                </a:solidFill>
              </a:rPr>
              <a:t>2026-05-26 ~ 05-30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1353312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setup.md / deploy.md / testing.md 문서 완성
README 최종 완비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74320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743200"/>
            <a:ext cx="2560320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2944368"/>
            <a:ext cx="2240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14주차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456432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5CAE9"/>
                </a:solidFill>
              </a:rPr>
              <a:t>2026-06-02 ~ 06-06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999232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Android APK 빌드 및 설치 테스트
최종 발표 슬라이드 완성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8912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389120"/>
            <a:ext cx="2560320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4590288"/>
            <a:ext cx="2240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15주차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5102352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5CAE9"/>
                </a:solidFill>
              </a:rPr>
              <a:t>2026-06-09 ~ 06-13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4645152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최종 발표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8.  어려운 점 / 도움 요청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9 /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188719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iOS 빌드 불가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618488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Mac 환경 없음 → iOS 시뮬레이터·실기기 테스트 불가
Android APK만 제출 예정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715768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852927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Firebase Security Rules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282696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Firestore 보안 규칙 검증 어려움 — 다른 사용자가 타 계정 데이터에
접근하지 못하도록 규칙을 작성했으나 침투 테스트 환경 없음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379976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379976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4517136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앱 배포 경험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946904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Google Play Console 등록 절차 및 APK 서명 과정 첫 경험
배포 오류 발생 시 대응 방법 조언 필요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0624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51960"/>
            <a:ext cx="12188952" cy="2606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3F51B5"/>
                </a:solidFill>
              </a:rPr>
              <a:t>질문 받습니다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9E9E9E"/>
                </a:solidFill>
              </a:rPr>
              <a:t>ADR 세부 내용은 다음 슬라이드에 수록되어 있습니다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6634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E9E9E"/>
                </a:solidFill>
              </a:rPr>
              <a:t>Portfolio Tracker  ·  Jooseonghyeon  ·  2026.05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ADR-0001  —  모바일 프레임워크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11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React Native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안드로이드 전용 개발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아이폰 전용 개발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1124712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Flutter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ADR-0002  —  아키텍처 패턴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12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역할 구분 없이 한 파일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MVC 방식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6 ~ 8개 레이어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548640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4레이어 구조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987552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선택된 4레이어 구조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389888"/>
            <a:ext cx="137160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159105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레이어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8120" y="1389888"/>
            <a:ext cx="256032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7848" y="159105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역할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424160" y="1389888"/>
            <a:ext cx="173736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33888" y="159105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위치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39572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259689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화면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18120" y="239572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7848" y="259689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버튼·목록·입력창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424160" y="239572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33888" y="259689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screens/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40156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360273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흐름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18120" y="340156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27848" y="360273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화면-데이터 연결 처리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424160" y="340156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33888" y="360273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/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440740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10528" y="460857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규칙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18120" y="440740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27848" y="460857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잔액·수익률 계산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424160" y="440740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33888" y="460857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models/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541324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10528" y="561441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저장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18120" y="541324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927848" y="561441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Firestore 입출력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424160" y="541324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33888" y="561441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services/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ADR-0003  —  백엔드 서비스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13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Supabase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폰 내부 저장 (SQLite 등)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직접 서버 구축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1124712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Firebase (Auth + Firestore)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