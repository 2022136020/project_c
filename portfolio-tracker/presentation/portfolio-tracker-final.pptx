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99% 완료  (6단계 완료 / Android APK 빌드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팀원 A  ·  가산점 A+1 · B+2 · C+1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" cy="11430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1280" y="1060704"/>
            <a:ext cx="1234440" cy="29260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060704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  +1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060704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499616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67712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267712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267712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2322576"/>
            <a:ext cx="1234440" cy="29260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32257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22576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1  —  단일 md 부트스트랩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761488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</a:rPr>
              <a:t>AUTHORING.Jooseonghyeon.v0.1.0.md 하나로 Rules · Skills · Commands 전체 자동 세팅
새 프로젝트에 이 파일 하나만 주면 AI 운영 체계 즉시 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29584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529584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529584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41280" y="3584448"/>
            <a:ext cx="1234440" cy="29260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3584448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584448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02336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791456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791456"/>
            <a:ext cx="54864" cy="1143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791456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241280" y="4846320"/>
            <a:ext cx="123444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484632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  +1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84632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LLM Wiki  —  암묵지 운영  (notes/llm-wiki.md)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2852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</a:rPr>
              <a:t>개발 중 배운 AI 사용 인사이트 11개 항목 직접 기록
Flutter 실행 환경 / 에이전트 호출법 / ADR 개념 / python-pptx 단위 변환 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팀원 B  ·  가산점 B+2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47120" cy="15544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4864" cy="15544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1280" y="1307592"/>
            <a:ext cx="1234440" cy="29260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307592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07592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1  —  단일 md 부트스트랩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0136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AUTHORING.jeongkyeongwoo.v0.1.0.md 하나로 Rules · Skills · Commands 전체 자동 세팅
새 프로젝트에 이 파일 하나만 주면 AI 운영 체계 즉시 구성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11247120" cy="15544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54864" cy="15544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3090672"/>
            <a:ext cx="1234440" cy="29260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3090672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090672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2  —  pre-presentation-checker 직접 제작 + /pc 실사용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8444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.claude/agents/pre-presentation-checker.md  직접 제작  ·  /pc 명령어로 호출
발표 전 제출 서류 · 가산점 · 앱 상태를 평가 루브릭 기준으로 자동 점검 → 미완료 항목 우선 보고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00600"/>
            <a:ext cx="11247120" cy="15544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800600"/>
            <a:ext cx="54864" cy="15544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80060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41280" y="4873752"/>
            <a:ext cx="1234440" cy="29260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4873752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873752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36752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