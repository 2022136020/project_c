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19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188720"/>
            <a:ext cx="8229600" cy="1780969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