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5"/>
    <p:sldId id="261" r:id="rId7"/>
    <p:sldId id="269" r:id="rId15"/>
    <p:sldId id="270" r:id="rId16"/>
    <p:sldId id="271" r:id="rId17"/>
    <p:sldId id="272" r:id="rId18"/>
    <p:sldId id="262" r:id="rId8"/>
    <p:sldId id="258" r:id="rId4"/>
    <p:sldId id="273" r:id="rId19"/>
    <p:sldId id="274" r:id="rId20"/>
    <p:sldId id="275" r:id="rId21"/>
    <p:sldId id="265" r:id="rId11"/>
    <p:sldId id="267" r:id="rId13"/>
    <p:sldId id="266" r:id="rId12"/>
    <p:sldId id="278" r:id="rId28"/>
    <p:sldId id="263" r:id="rId9"/>
    <p:sldId id="260" r:id="rId6"/>
    <p:sldId id="264" r:id="rId10"/>
    <p:sldId id="268" r:id="rId14"/>
    <p:sldId id="277" r:id="rId22"/>
    <p:sldId id="276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활용 방안 &amp; 기대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이 앱으로 무엇을 할 수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투자 기록 통합 관리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주식·코인 계좌를 한 앱에서 관리  ·  입출금·잔액·수익률 자동 계산
여러 계좌에 흩어진 투자 현황을 대시보드 한 화면에서 즉시 파악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복기를 통한 실력 향상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매수 근거 · 목표가 · 손절가를 기록하고, 정리 후 실제 손익과 나란히 비교
패턴 파악 → 반복 실수 방지 → 장기적으로 판단력 향상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지속적인 성과 추적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· 누적 손익 라인 차트 · 기간 필터로 성과 시각화
승률·누적 손익 등 핵심 지표를 대시보드에서 상시 모니터링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WBS  (Work Breakdown Structure)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전체 작업 분해 구조 — 주차별 일정 및 완료 현황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21</a:t>
            </a:r>
          </a:p>
        </p:txBody>
      </p:sp>
      <p:pic>
        <p:nvPicPr>
          <p:cNvPr id="7" name="Picture 6" descr="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32" y="1051560"/>
            <a:ext cx="71496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포트폴리오 분석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종목별 수익률 &amp; 누적 실현 손익 — 앱 차트 기능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21</a:t>
            </a:r>
          </a:p>
        </p:txBody>
      </p:sp>
      <p:pic>
        <p:nvPicPr>
          <p:cNvPr id="7" name="Picture 6" descr="cha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990" y="1143000"/>
            <a:ext cx="3776114" cy="5486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989320"/>
            <a:ext cx="1143000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기간 필터(1주·1달·3달·6달·1년·전체) 적용 시 해당 기간 정리 포지션만 반영  ·  분할 매도 시 동일 종목 합산 표시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환경 · 빌드 &amp; 배포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설치부터 배포까지 — GitHub 가이드 참고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개발 환경 구성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SDK 3.x  ·  Dart SDK 3.x  ·  VS Code + Flutter/Dart 확장
Firebase CLI 15.x  ·  Android Studio (에뮬레이터·SDK)  ·  Git
설치 가이드: README.md → docs/setup.md 순서대로 진행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빌드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 pub get  →  flutter run  (개발·디버그 빌드)
flutter build apk --release  →  APK 생성  ·  build/app/outputs/apk/release/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배포 &amp;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Firebase Auth + Firestore: 이미 연동 완료 (firebase_options.dart)
Android APK 직접 설치: USB 케이블 + adb install app-release.apk
Firebase Hosting (web): flutter build web → firebase deploy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코드 품질 · 테스트 · 성능 최적화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코드 품질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flutter_lints 적용 — 린트 경고 0건 유지  ·  4레이어 아키텍처로 역할 분리
FirestoreService 단일 책임 원칙 준수  ·  모델·서비스·화면 계층 엄격히 분리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단위 테스트 · 통합 테스트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docs/testing.md 기반 기능별 수동 체크리스트 작성 및 확인
인증·계좌·포지션·차트·대시보드 5개 영역 E2E 시나리오 직접 수행
Firebase Auth + Firestore 실제 연동 통합 테스트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성능 최적화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212121"/>
                </a:solidFill>
              </a:rPr>
              <a:t>StreamBuilder — Firestore 실시간 구독으로 불필요한 poll 제거
계좌 삭제 시 Batch 처리로 하위 트랜잭션 원자적 삭제 (cascade)
FutureBuilder 캐싱으로 계좌 목록 잔액 계산 중복 호출 최소화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11.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12.  향후 계획 — 지속적 기술 습득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실시간 주가 자동 조회 API 도입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1143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현재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563624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포지션 등록 시 진입가·현재가를 사용자가 직접 입력해야 함
수동 입력 → 오타·오류 가능성 / 실시간 시세 반영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15768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도입 예정 기술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227832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Yahoo Finance API (무료) 또는 한국투자증권 Open API 연동
종목명 입력 시 현재가 자동 조회 → 포지션 등록 화면에 자동 채움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379976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447141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학습 계획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892040"/>
            <a:ext cx="107899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Flutter에서 REST API 비동기 호출 (http 패키지 · async/await 심화)
API 키 보안 관리 (환경변수·flutter_dotenv) · JSON 파싱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E8EAF6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8" y="6172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"외부 API 연동과 보안 관리를 새로 학습해 적용할 예정입니다."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13.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14.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주성현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15.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워크플로우
활용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9784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3898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7432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8072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186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457200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본인 기법
구성  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3600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47488"/>
            <a:ext cx="1078992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16.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정경우 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2296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82296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LLM Wiki
암묵지  +1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88696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(notes/llm-wiki-jeongkyeongwoo.md · 10개 항목)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844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개발 중 배운 AI 사용 인사이트 직접 기록
AI 활용법 / Firebase 실전 경험 / Flutter 주의사항 / 에이전트 특화 운영 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11247120" cy="246888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520440"/>
            <a:ext cx="1124712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0440"/>
            <a:ext cx="1463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AI 리포트
발표 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84448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Claude Code 활용 사례 발표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95928"/>
            <a:ext cx="1078992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18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19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20 /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folioTracker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931315" y="0"/>
            <a:ext cx="4326194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21 / 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GitHub 설치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포트폴리오 트래커 앱 — 클론 · 설치 · 실행 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E9E9E"/>
                </a:solidFill>
              </a:rPr>
              <a:t>17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320040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480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9E9E9E"/>
                </a:solidFill>
              </a:rPr>
              <a:t>https://github.com/2022136020/project_c/tree/main/portfolio-tracker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143000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1.  저장소 클론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1463040"/>
            <a:ext cx="7132320" cy="6035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1481328"/>
            <a:ext cx="68580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git clone https://github.com/2022136020/project_c.git
cd project_c/portfolio-tracker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249424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2.  패키지 설치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9464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5877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pub 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099816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3.  앱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419856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343814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950208"/>
            <a:ext cx="7132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4.  APK 빌드 (Android)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0" y="4270248"/>
            <a:ext cx="71323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4288536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flutter build apk --release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상세 가이드: docs/setup.md  ·  docs/deploy.md  ·  portfolio-tracker/README.md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1696</Words>
  <Application>Microsoft Office PowerPoint</Application>
  <PresentationFormat>사용자 지정</PresentationFormat>
  <Paragraphs>221</Paragraphs>
  <Slides>22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볶음밥 김치</cp:lastModifiedBy>
  <cp:revision>2</cp:revision>
  <dcterms:created xsi:type="dcterms:W3CDTF">2013-01-27T09:14:16Z</dcterms:created>
  <dcterms:modified xsi:type="dcterms:W3CDTF">2026-06-15T14:45:16Z</dcterms:modified>
  <cp:category/>
</cp:coreProperties>
</file>