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1" r:id="rId7"/>
    <p:sldId id="269" r:id="rId15"/>
    <p:sldId id="270" r:id="rId16"/>
    <p:sldId id="271" r:id="rId17"/>
    <p:sldId id="272" r:id="rId18"/>
    <p:sldId id="262" r:id="rId8"/>
    <p:sldId id="258" r:id="rId4"/>
    <p:sldId id="273" r:id="rId19"/>
    <p:sldId id="274" r:id="rId20"/>
    <p:sldId id="275" r:id="rId21"/>
    <p:sldId id="265" r:id="rId11"/>
    <p:sldId id="267" r:id="rId13"/>
    <p:sldId id="266" r:id="rId12"/>
    <p:sldId id="278" r:id="rId28"/>
    <p:sldId id="263" r:id="rId9"/>
    <p:sldId id="260" r:id="rId6"/>
    <p:sldId id="264" r:id="rId10"/>
    <p:sldId id="268" r:id="rId14"/>
    <p:sldId id="277" r:id="rId22"/>
    <p:sldId id="276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0.xml"/><Relationship Id="rId5" Type="http://schemas.openxmlformats.org/officeDocument/2006/relationships/slide" Target="slides/slide3.xml"/><Relationship Id="rId6" Type="http://schemas.openxmlformats.org/officeDocument/2006/relationships/slide" Target="slides/slide19.xml"/><Relationship Id="rId7" Type="http://schemas.openxmlformats.org/officeDocument/2006/relationships/slide" Target="slides/slide4.xml"/><Relationship Id="rId8" Type="http://schemas.openxmlformats.org/officeDocument/2006/relationships/slide" Target="slides/slide9.xml"/><Relationship Id="rId9" Type="http://schemas.openxmlformats.org/officeDocument/2006/relationships/slide" Target="slides/slide18.xml"/><Relationship Id="rId10" Type="http://schemas.openxmlformats.org/officeDocument/2006/relationships/slide" Target="slides/slide20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2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23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GitHub 설치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포트폴리오 트래커 앱 — 클론 · 설치 · 실행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17 / 23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E9E9E"/>
                </a:solidFill>
              </a:rPr>
              <a:t>https://github.com/2022136020/project_c/tree/main/portfolio-tracker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1.  저장소 클론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7132320" cy="6035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481328"/>
            <a:ext cx="6858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git clone https://github.com/2022136020/project_c.git
cd project_c/portfolio-tracker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9424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2.  패키지 설치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9464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5877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pub 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3.  앱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419856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43814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50208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4.  APK 빌드 (Android)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4270248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428853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build apk --release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상세 가이드: docs/setup.md  ·  docs/deploy.md  ·  portfolio-tracker/README.md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23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folioTracker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931315" y="0"/>
            <a:ext cx="4326194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1696</Words>
  <Application>Microsoft Office PowerPoint</Application>
  <PresentationFormat>사용자 지정</PresentationFormat>
  <Paragraphs>221</Paragraphs>
  <Slides>22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볶음밥 김치</cp:lastModifiedBy>
  <cp:revision>2</cp:revision>
  <dcterms:created xsi:type="dcterms:W3CDTF">2013-01-27T09:14:16Z</dcterms:created>
  <dcterms:modified xsi:type="dcterms:W3CDTF">2026-06-15T14:45:16Z</dcterms:modified>
  <cp:category/>
</cp:coreProperties>
</file>