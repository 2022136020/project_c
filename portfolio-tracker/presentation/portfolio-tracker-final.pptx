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99% 완료  (6단계 완료 / Android APK 빌드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0332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12264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12264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579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51176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236976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8269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75887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616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407407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80060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8640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5321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이 발표에서 Claude Code 활용 사례 직접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925312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0332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12264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12264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579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51176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236976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8269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75887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616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407407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80060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8640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5321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이 발표에서 Claude Code 활용 사례 직접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925312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