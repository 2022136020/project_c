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99% 완료  (6단계 완료 / Android APK 빌드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팀원 A  ·  가산점 A+1 · B+2 · C+1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87552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87552"/>
            <a:ext cx="54864" cy="102412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87552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41280" y="1033272"/>
            <a:ext cx="123444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10332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  +1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033272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426464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12264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12264"/>
            <a:ext cx="54864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112264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0" y="2157984"/>
            <a:ext cx="1234440" cy="274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2157984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15798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551176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36976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236976"/>
            <a:ext cx="54864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36976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41280" y="3282696"/>
            <a:ext cx="1234440" cy="274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3282696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282696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675887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616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361688"/>
            <a:ext cx="54864" cy="10241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361688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241280" y="4407407"/>
            <a:ext cx="123444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440740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  +1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407407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80060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48640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486400"/>
            <a:ext cx="54864" cy="102412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1280" y="5532120"/>
            <a:ext cx="123444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55321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D  +2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532120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이 발표에서 Claude Code 활용 사례 직접 발표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5925312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팀원 B  ·  가산점 A+1 · B+2 · C+1 · D+2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87552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87552"/>
            <a:ext cx="54864" cy="102412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87552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41280" y="1033272"/>
            <a:ext cx="123444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10332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  +1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033272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426464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12264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12264"/>
            <a:ext cx="54864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112264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0" y="2157984"/>
            <a:ext cx="1234440" cy="274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2157984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15798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551176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36976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236976"/>
            <a:ext cx="54864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36976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41280" y="3282696"/>
            <a:ext cx="1234440" cy="274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3282696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282696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675887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616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361688"/>
            <a:ext cx="54864" cy="10241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361688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241280" y="4407407"/>
            <a:ext cx="123444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440740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  +1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407407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80060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48640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486400"/>
            <a:ext cx="54864" cy="102412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1280" y="5532120"/>
            <a:ext cx="123444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55321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D  +2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532120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이 발표에서 Claude Code 활용 사례 직접 발표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5925312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