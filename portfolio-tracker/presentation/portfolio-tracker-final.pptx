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최종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활용 방안 &amp; 기대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이 앱으로 무엇을 할 수 있는가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투자 기록 통합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주식·코인 계좌를 한 앱에서 관리  ·  입출금·잔액·수익률 자동 계산
여러 계좌에 흩어진 투자 현황을 대시보드 한 화면에서 즉시 파악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복기를 통한 실력 향상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매수 근거 · 목표가 · 손절가를 기록하고, 정리 후 실제 손익과 나란히 비교
패턴 파악 → 반복 실수 방지 → 장기적으로 판단력 향상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지속적인 성과 추적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· 누적 손익 라인 차트 · 기간 필터로 성과 시각화
승률·누적 손익 등 핵심 지표를 대시보드에서 상시 모니터링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WBS  (Work Breakdown Structure)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전체 작업 분해 구조 — 주차별 일정 및 완료 현황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20</a:t>
            </a:r>
          </a:p>
        </p:txBody>
      </p:sp>
      <p:pic>
        <p:nvPicPr>
          <p:cNvPr id="7" name="Picture 6" descr="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232" y="1051560"/>
            <a:ext cx="714963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포트폴리오 분석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종목별 수익률 &amp; 누적 실현 손익 — 앱 차트 기능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20</a:t>
            </a:r>
          </a:p>
        </p:txBody>
      </p:sp>
      <p:pic>
        <p:nvPicPr>
          <p:cNvPr id="7" name="Picture 6" descr="char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990" y="1143000"/>
            <a:ext cx="3776114" cy="5486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5989320"/>
            <a:ext cx="1143000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기간 필터(1주·1달·3달·6달·1년·전체) 적용 시 해당 기간 정리 포지션만 반영  ·  분할 매도 시 동일 종목 합산 표시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환경 · 빌드 &amp; 배포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설치부터 배포까지 — GitHub 가이드 참고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개발 환경 구성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SDK 3.x  ·  Dart SDK 3.x  ·  VS Code + Flutter/Dart 확장
Firebase CLI 15.x  ·  Android Studio (에뮬레이터·SDK)  ·  Git
설치 가이드: README.md → docs/setup.md 순서대로 진행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빌드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pub get  →  flutter run  (개발·디버그 빌드)
flutter build apk --release  →  APK 생성  ·  build/app/outputs/apk/release/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배포 &amp; 설치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Firebase Auth + Firestore: 이미 연동 완료 (firebase_options.dart)
Android APK 직접 설치: USB 케이블 + adb install app-release.apk
Firebase Hosting (web): flutter build web → firebase deploy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10.  코드 품질 · 테스트 · 성능 최적화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코드 품질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flutter_lints 적용 — 린트 경고 0건 유지  ·  4레이어 아키텍처로 역할 분리
FirestoreService 단일 책임 원칙 준수  ·  모델·서비스·화면 계층 엄격히 분리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단위 테스트 · 통합 테스트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docs/testing.md 기반 기능별 수동 체크리스트 작성 및 확인
인증·계좌·포지션·차트·대시보드 5개 영역 E2E 시나리오 직접 수행
Firebase Auth + Firestore 실제 연동 통합 테스트 완료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성능 최적화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StreamBuilder — Firestore 실시간 구독으로 불필요한 poll 제거
계좌 삭제 시 Batch 처리로 하위 트랜잭션 원자적 삭제 (cascade)
FutureBuilder 캐싱으로 계좌 목록 잔액 계산 중복 호출 최소화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11.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12.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feature-debugger 에이전트 직접 제작 + /dg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.claude/agents/feature-debugger.md  직접 제작
앱 기능 6개 영역(인증 · 계좌 · 포지션 · 차트 · 대시보드 · Firebase)을 /dg 명령어 하나로 반복 점검 수행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(AUTHORING.Jooseonghyeon.v0.1.0.md)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개발 계획 · 진행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전 단계별 계획 수립 → AI 구현 → 직접 점검 · 이해 → 다음 단계 진행
AI 의존 개발에서 코드 이해도를 유지하기 위한 개인 워크플로우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13.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14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개발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14.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15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pre-presentation-checker 에이전트 직접 제작 + /pc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.claude/agents/pre-presentation-checker.md  직접 제작
발표 전 제출 서류 · 가산점 · 앱 상태를 평가 루브릭 기준으로 자동 점검 → 미완료 항목 우선 보고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(AUTHORING.jeongkyeongwoo.v0.1.0.md)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보고 방식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각 구현 단계 완료 후 AI에게 결과 보고받기 → 코드 이해도 유지
"방금 만든 기능을 3줄로 설명해줘" → 내용 이해 후 다음 단계 진행  ·  Q&amp;A 즉답 가능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15.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16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(notes/llm-wiki-jeongkyeongwoo.md · 10개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AI 활용법 / Firebase 실전 경험 / Flutter 주의사항 / 에이전트 특화 운영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보고 방식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17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18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19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