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진행 상황  (WBS)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99% 완료  (6단계 완료 / Android APK 빌드 예정)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