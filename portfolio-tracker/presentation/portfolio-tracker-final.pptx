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A  ·  가산점 A+1 · B+2 · C+1 · D+2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54864" cy="102412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033272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26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12264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15798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55117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282696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675887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61688"/>
            <a:ext cx="54864" cy="10241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407407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0060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54864" cy="102412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32120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2531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B  ·  가산점 A+1 · B+2 · C+1 · D+2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54864" cy="102412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033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033272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26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12264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157984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15798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55117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54864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328269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282696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675887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61688"/>
            <a:ext cx="54864" cy="10241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440740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407407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0060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54864" cy="102412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55321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32120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2531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