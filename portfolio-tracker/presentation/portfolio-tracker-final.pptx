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Portfolio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E9E9E"/>
                </a:solidFill>
              </a:rPr>
              <a:t>되돌아보는 투자자가 앞으로 나아간다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최종 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</a:rPr>
              <a:t>Flutter + Firebase  ·  개인 자산 포트폴리오 관리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9E9E"/>
                </a:solidFill>
              </a:rPr>
              <a:t>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1. 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누구의 어떤 문제를 푸는가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1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데이터 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002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여러 계좌·앱에 흩어진 투자 기록 — 전체 현황 파악 불가능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5603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71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체계적인 기록 수단 없음 — 매수 근거와 실제 결과를 나란히 볼 수 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947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실수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434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복기 부재 → 같은 판단 오류 반복 → 수익 기회 상실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54864" cy="8686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3949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한 줄 가치 제안  ·  "경험을 자산으로 바꾸는 개인 투자 포트폴리오 관리 앱"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2.  활용 방안 &amp; 기대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이 앱으로 무엇을 할 수 있는가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3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투자 기록 통합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주식·코인 계좌를 한 앱에서 관리  ·  입출금·잔액·수익률 자동 계산
여러 계좌에 흩어진 투자 현황을 대시보드 한 화면에서 즉시 파악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복기를 통한 실력 향상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매수 근거 · 목표가 · 손절가를 기록하고, 정리 후 실제 손익과 나란히 비교
패턴 파악 → 반복 실수 방지 → 장기적으로 판단력 향상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지속적인 성과 추적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수익률 막대 차트 · 누적 손익 라인 차트 · 기간 필터로 성과 시각화
승률·누적 손익 등 핵심 지표를 대시보드에서 상시 모니터링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3.  WBS  (Work Breakdown Structure)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전체 작업 분해 구조 — 주차별 일정 및 완료 현황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4 / 21</a:t>
            </a:r>
          </a:p>
        </p:txBody>
      </p:sp>
      <p:pic>
        <p:nvPicPr>
          <p:cNvPr id="7" name="Picture 6" descr="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232" y="1051560"/>
            <a:ext cx="714963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4.  사용자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포지션 기록과 복기 — 핵심 유즈케이스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5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630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630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Min은 삼성전자를 68,000원에 100주 매수했다.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앱에 진입가 · 수량 · 매수 근거 · 목표가 · 손절가를 기록하고,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72,000원에 매도하면 수익률(+5.9%) · 손익(+400,000원)이 자동 계산된다.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1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8971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1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3804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03804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03804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5244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계좌
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2332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8636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88636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8636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0076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진입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7164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3468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3468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3468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4908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정리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1996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58300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58300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300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740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복기
메모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11247120" cy="84124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54864" cy="841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결과  ·  매수 근거와 실제 손익이 나란히 표시 → 패턴 파악 → 다음 투자 판단에 반영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보조 시나리오: 월말 복기(손익·승률 확인) / 대시보드에서 실시간 자산 현황 조회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5.  기술 스택과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주요 기술 결정 — ADR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6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329184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108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051560"/>
            <a:ext cx="48463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5072" y="111556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선택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051560"/>
            <a:ext cx="30175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42832" y="1115568"/>
            <a:ext cx="2834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근거 (ADR)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9293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모바일 프레임워크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581912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1783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Flutter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1581912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92938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800"/>
            <a:ext cx="32918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92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아키텍처 패턴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971800"/>
            <a:ext cx="484632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0" y="3172968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4레이어 구조
(화면·흐름·규칙·저장)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971800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331927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61688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7091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백엔드 서비스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361688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4562855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Firebase
(Auth + Firestore)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4361688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470915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* ADR 세부 내용(선택지 비교)은 발표 마지막 슬라이드에 수록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6.  아키텍처 다이어그램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4레이어 구조 — 역할 분리로 유지보수 용이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7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4300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screens/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188720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화면 렌더링 · 사용자 입력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4592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005840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3533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066544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249424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86584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71216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services/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432304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호출 · 상태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895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249424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2596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310127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93008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493008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0168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11480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models/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675887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수익률 · 잔액 등 계산식 정의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133087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0" y="3493008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38404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4553712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736592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736592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358383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Firebase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19472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Firestore CRUD · Auth 인증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80" y="537667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4736592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15400" y="50840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7. 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라이브 시연 — 핵심 화면 2가지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8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188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계좌 관리 흐름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37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계좌 등록 (주식·코인 선택, 통화 선택)  → ② 입금 기록  → ③ 잔액 자동 계산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74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포지션 기록 + 복기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포지션 진입 기록 (종목·진입가·수량·매수 근거)  → ② 포지션 정리 (매도가·손익·수익률 자동 계산)  → ③ 복기 메모 조회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06440"/>
            <a:ext cx="11247120" cy="65836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971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데모 백업  ·  Wi-Fi 없는 환경 대비 → 로컬 데이터 캐시 + 화면 녹화 영상 준비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포트폴리오 분석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종목별 수익률 &amp; 누적 실현 손익 — 앱 차트 기능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9 / 21</a:t>
            </a:r>
          </a:p>
        </p:txBody>
      </p:sp>
      <p:pic>
        <p:nvPicPr>
          <p:cNvPr id="7" name="Picture 6" descr="char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0990" y="1143000"/>
            <a:ext cx="3776114" cy="5486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5989320"/>
            <a:ext cx="11430000" cy="56692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10819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기간 필터(1주·1달·3달·6달·1년·전체) 적용 시 해당 기간 정리 포지션만 반영  ·  분할 매도 시 동일 종목 합산 표시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9.  개발 환경 · 빌드 &amp; 배포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설치부터 배포까지 — GitHub 가이드 참고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10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개발 환경 구성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 SDK 3.x  ·  Dart SDK 3.x  ·  VS Code + Flutter/Dart 확장
Firebase CLI 15.x  ·  Android Studio (에뮬레이터·SDK)  ·  Git
설치 가이드: README.md → docs/setup.md 순서대로 진행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빌드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 pub get  →  flutter run  (개발·디버그 빌드)
flutter build apk --release  →  APK 생성  ·  build/app/outputs/apk/release/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배포 &amp; 설치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Firebase Auth + Firestore: 이미 연동 완료 (firebase_options.dart)
Android APK 직접 설치: USB 케이블 + adb install app-release.apk
Firebase Hosting (web): flutter build web → firebase deploy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10.  코드 품질 · 테스트 · 성능 최적화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11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코드 품질 관리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flutter_lints 적용 — 린트 경고 0건 유지  ·  4레이어 아키텍처로 역할 분리
FirestoreService 단일 책임 원칙 준수  ·  모델·서비스·화면 계층 엄격히 분리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단위 테스트 · 통합 테스트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docs/testing.md 기반 기능별 수동 체크리스트 작성 및 확인
인증·계좌·포지션·차트·대시보드 5개 영역 E2E 시나리오 직접 수행
Firebase Auth + Firestore 실제 연동 통합 테스트 완료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성능 최적화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StreamBuilder — Firestore 실시간 구독으로 불필요한 poll 제거
계좌 삭제 시 Batch 처리로 하위 트랜잭션 원자적 삭제 (cascade)
FutureBuilder 캐싱으로 계좌 목록 잔액 계산 중복 호출 최소화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11.  어려운 점 / 도움 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12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8871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iOS 빌드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18488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Mac 환경 없음 → iOS 시뮬레이터·실기기 테스트 불가
Android APK만 제출 예정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852927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Security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82696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Firestore 보안 규칙 검증 어려움 — 다른 사용자가 타 계정 데이터에
접근하지 못하도록 규칙을 작성했으나 침투 테스트 환경 없음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앱 배포 경험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46904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Google Play Console 등록 절차 및 APK 서명 과정 첫 시도
배포 오류 발생 시 대응 방법 조언 필요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12.  향후 계획 — 지속적 기술 습득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실시간 주가 자동 조회 API 도입 예정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13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현재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포지션 등록 시 진입가·현재가를 사용자가 직접 입력해야 함
수동 입력 → 오타·오류 가능성 / 실시간 시세 반영 불가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도입 예정 기술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Yahoo Finance API (무료) 또는 한국투자증권 Open API 연동
종목명 입력 시 현재가 자동 조회 → 포지션 등록 화면에 자동 채움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학습 계획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Flutter에서 REST API 비동기 호출 (http 패키지 · async/await 심화)
API 키 보안 관리 (환경변수·flutter_dotenv) · JSON 파싱 처리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solidFill>
            <a:srgbClr val="E8EAF6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1722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"외부 API 연동과 보안 관리를 새로 학습해 적용할 예정입니다."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13.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주성현 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14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워크플로우
활용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9784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feature-debugger 에이전트 직접 제작 + /dg 실사용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3898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.claude/agents/feature-debugger.md  직접 제작
앱 기능 6개 영역(인증 · 계좌 · 포지션 · 차트 · 대시보드 · Firebase)을 /dg 명령어 하나로 반복 점검 수행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072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(AUTHORING.Jooseonghyeon.v0.1.0.md)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186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360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개발 계획 · 진행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474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전 단계별 계획 수립 → AI 구현 → 직접 점검 · 이해 → 다음 단계 진행
AI 의존 개발에서 코드 이해도를 유지하기 위한 개인 워크플로우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14.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주성현  (2/2)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15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LLM Wiki
암묵지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88696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(notes/llm-wiki.md · 11개 항목)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844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중 배운 AI 사용 인사이트 직접 기록
Flutter 실행 환경 / 에이전트 호출법 / ADR 개념 / python-pptx 단위 변환 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52044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리포트
발표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844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Claude Code 활용 사례 발표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9592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Claude Code(Anthropic, 2024~)로 서브에이전트 제작 · 커스텀 명령어 운영 · 단계별 개발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15.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정경우 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16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워크플로우
활용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9784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pre-presentation-checker 에이전트 직접 제작 + /pc 실사용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3898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.claude/agents/pre-presentation-checker.md  직접 제작
발표 전 제출 서류 · 가산점 · 앱 상태를 평가 루브릭 기준으로 자동 점검 → 미완료 항목 우선 보고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072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(AUTHORING.jeongkyeongwoo.v0.1.0.md)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186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360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보고 방식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474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각 구현 단계 완료 후 AI에게 결과 보고받기 → 코드 이해도 유지
"방금 만든 기능을 3줄로 설명해줘" → 내용 이해 후 다음 단계 진행  ·  Q&amp;A 즉답 가능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16.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정경우  (2/2)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17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LLM Wiki
암묵지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88696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(notes/llm-wiki-jeongkyeongwoo.md · 10개 항목)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844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중 배운 AI 사용 인사이트 직접 기록
AI 활용법 / Firebase 실전 경험 / Flutter 주의사항 / 에이전트 특화 운영 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52044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리포트
발표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844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Claude Code 활용 사례 발표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9592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Claude Code(Anthropic, 2024~)로 서브에이전트 제작 · 커스텀 명령어 운영 · 단계별 보고 방식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ADR-0001  —  모바일 프레임워크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18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React 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안드로이드 전용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아이폰 전용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Flutter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ADR-0002  —  아키텍처 패턴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19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역할 구분 없이 한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MVC 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6 ~ 8개 레이어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548640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4레이어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9875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선택된 4레이어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89888"/>
            <a:ext cx="137160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159105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레이어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89888"/>
            <a:ext cx="256032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59105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389888"/>
            <a:ext cx="173736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33888" y="159105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위치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39572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59689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239572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7848" y="259689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버튼·목록·입력창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239572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33888" y="259689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screens/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0156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60273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흐름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340156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360273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화면-데이터 연결 처리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340156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3888" y="360273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40740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60857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40740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27848" y="460857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잔액·수익률 계산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440740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33888" y="460857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models/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41324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561441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저장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41324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27848" y="561441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Firestore 입출력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541324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33888" y="561441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services/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ADR-0003  —  백엔드 서비스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20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Supabase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폰 내부 저장 (SQLite 등)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직접 서버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Firebase (Auth + Firestore)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</a:rPr>
              <a:t>Portfolio Tracker  · 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