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Jooseonghyeon  ·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남은 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13 ~ 15주차 우선순위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9844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13주차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81051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2026-05-26 ~ 05-30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setup.md / deploy.md / testing.md 문서 완성
README 최종 완비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4320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4320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294436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45643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2026-06-02 ~ 06-06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9923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Android APK 빌드 및 설치 테스트
최종 발표 슬라이드 완성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8912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89120"/>
            <a:ext cx="2560320" cy="14173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590288"/>
            <a:ext cx="22402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15주차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102352"/>
            <a:ext cx="2240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5CAE9"/>
                </a:solidFill>
              </a:rPr>
              <a:t>2026-06-09 ~ 06-13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64515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최종 발표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Jooseonghyeon 기법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50876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5087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247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1  —  단일 md 부트스트랩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10789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AUTHORING.Jooseonghyeon.v0.1.0.md 하나로 Rules · Skills · Commands 전체를 자동 세팅
새 프로젝트에 이 파일 하나만 전달하면 AI 운영 체계가 즉시 구성됨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88920"/>
            <a:ext cx="11247120" cy="150876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88920"/>
            <a:ext cx="54864" cy="15087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620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2  —  도메인 특화 서브에이전트 + 암묵지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55848"/>
            <a:ext cx="10789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feature-debugger (/dg): 앱 기능 6개 영역 체크리스트 기반 정적 분석 — 반복 점검 자동화
llm-wiki: Claude Code 사용 인사이트 11개 항목 운영 (notes/llm-wiki.md)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526279"/>
            <a:ext cx="11247120" cy="150876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26279"/>
            <a:ext cx="54864" cy="150876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26279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599431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093207"/>
            <a:ext cx="107899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개발 전 단계별 계획 수립 → AI로 구현 → 직접 점검 · 이해 후 다음 단계 진행
AI 의존 개발에서 코드 이해도를 유지하기 위한 개인 워크플로우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10.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jeongkyeongwoo 기법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90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1  —  pre-presentation-checker (/pc)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84248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발표 전 제출 서류·가산점 요소·앱 상태를 평가 루브릭 기준으로 종합 점검
미완료 항목과 현재 점수를 한눈에 보고 → 발표 당일 사각지대 없이 준비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112471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6850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기법 2  —  단계별 보고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178808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각 구현 단계 완료 후 AI에게 구현 내용 보고 요청 → 놓친 항목·개선점 자동 파악
비전공자도 이해할 수 있게 요약 보고 → 코드 이해도 유지 + Q&amp;A 즉답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Jooseonghyeon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