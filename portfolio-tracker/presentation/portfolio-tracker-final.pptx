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Portfolio Tracker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9E9E9E"/>
                </a:solidFill>
              </a:rPr>
              <a:t>되돌아보는 투자자가 앞으로 나아간다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F51B5"/>
                </a:solidFill>
              </a:rPr>
              <a:t>최종 발표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E9E9E"/>
                </a:solidFill>
              </a:rPr>
              <a:t>Flutter + Firebase  ·  개인 자산 포트폴리오 관리 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486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E9E9E"/>
                </a:solidFill>
              </a:rPr>
              <a:t>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1.  문제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누구의 어떤 문제를 푸는가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2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88719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데이터 분산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6002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여러 계좌·앱에 흩어진 투자 기록 — 전체 현황 파악 불가능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5603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복기 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9718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체계적인 기록 수단 없음 — 매수 근거와 실제 결과를 나란히 볼 수 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94760"/>
            <a:ext cx="11247120" cy="114300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794760"/>
            <a:ext cx="54864" cy="114300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실수 반복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34340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</a:rPr>
              <a:t>복기 부재 → 같은 판단 오류 반복 → 수익 기회 상실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12080"/>
            <a:ext cx="11247120" cy="86868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212080"/>
            <a:ext cx="54864" cy="86868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539496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한 줄 가치 제안  ·  "경험을 자산으로 바꾸는 개인 투자 포트폴리오 관리 앱"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2.  사용자 시나리오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포지션 기록과 복기 — 핵심 유즈케이스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3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146304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14630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12121"/>
                </a:solidFill>
              </a:rPr>
              <a:t>Min은 삼성전자를 68,000원에 100주 매수했다.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앱에 진입가 · 수량 · 매수 근거 · 목표가 · 손절가를 기록하고,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72,000원에 매도하면 수익률(+5.9%) · 손익(+400,000원)이 자동 계산된다.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8971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8971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1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412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로그인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03804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03804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03804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5244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계좌
등록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42332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8636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88636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88636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0076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진입 기록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27164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73468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73468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73468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4908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포지션
정리 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11996" y="3337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3F51B5"/>
                </a:solidFill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58300" y="2788920"/>
            <a:ext cx="2011680" cy="1463040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58300" y="2788920"/>
            <a:ext cx="2011680" cy="38404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300" y="2807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49740" y="3310128"/>
            <a:ext cx="1828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</a:rPr>
              <a:t>복기
메모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572000"/>
            <a:ext cx="11247120" cy="84124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4572000"/>
            <a:ext cx="54864" cy="8412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7548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결과  ·  매수 근거와 실제 손익이 나란히 표시 → 패턴 파악 → 다음 투자 판단에 반영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보조 시나리오: 월말 복기(손익·승률 확인) / 대시보드에서 실시간 자산 현황 조회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3.  기술 스택과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주요 기술 결정 — ADR 기반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4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329184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115568"/>
            <a:ext cx="3108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영역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051560"/>
            <a:ext cx="48463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5072" y="1115568"/>
            <a:ext cx="4663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선택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778240" y="1051560"/>
            <a:ext cx="3017520" cy="53035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42832" y="1115568"/>
            <a:ext cx="283463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근거 (ADR)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581912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929384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모바일 프레임워크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1581912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0" y="178308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Flutter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0" y="1581912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1929384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71800"/>
            <a:ext cx="329184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319272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아키텍처 패턴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0" y="2971800"/>
            <a:ext cx="4846320" cy="11887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23360" y="3172968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4레이어 구조
(화면·흐름·규칙·저장)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0" y="2971800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0" y="331927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61688"/>
            <a:ext cx="329184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709159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백엔드 서비스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0" y="4361688"/>
            <a:ext cx="4846320" cy="118872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23360" y="4562855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2121"/>
                </a:solidFill>
              </a:rPr>
              <a:t>Firebase
(Auth + Firestore)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78240" y="4361688"/>
            <a:ext cx="3017520" cy="1188720"/>
          </a:xfrm>
          <a:prstGeom prst="rect">
            <a:avLst/>
          </a:prstGeom>
          <a:solidFill>
            <a:srgbClr val="3F51B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0" y="4709159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ADR-0003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0350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* ADR 세부 내용(선택지 비교)은 발표 마지막 슬라이드에 수록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4.  아키텍처 다이어그램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4레이어 구조 — 역할 분리로 유지보수 용이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5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43000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27632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screens/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188720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화면 렌더링 · 사용자 입력 처리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4592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0" y="1005840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135331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Flutter Widget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066544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9424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249424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386584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871216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services/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2432304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호출 · 상태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889504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0" y="2249424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5400" y="259689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FirestoreService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3310127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493008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493008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30168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114800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models/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80" y="3675887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수익률 · 잔액 등 계산식 정의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4133087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0" y="3493008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15400" y="38404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Position / Account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4553712"/>
            <a:ext cx="548640" cy="210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3F51B5"/>
                </a:solidFill>
              </a:rPr>
              <a:t>▼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736592"/>
            <a:ext cx="11247120" cy="1078992"/>
          </a:xfrm>
          <a:prstGeom prst="rect">
            <a:avLst/>
          </a:prstGeom>
          <a:noFill/>
          <a:ln w="19050">
            <a:solidFill>
              <a:srgbClr val="3F51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4736592"/>
            <a:ext cx="2103120" cy="1078992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4873752"/>
            <a:ext cx="187451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5358383"/>
            <a:ext cx="18745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5CAE9"/>
                </a:solidFill>
              </a:rPr>
              <a:t>Firebase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19472"/>
            <a:ext cx="5943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Firestore CRUD · Auth 인증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97480" y="5376672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78240" y="4736592"/>
            <a:ext cx="2834640" cy="1078992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15400" y="508406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Cloud Firestore / Auth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5.  진행 상황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Must 기능 기준 진척도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6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197863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197863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인증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197863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회원가입 / 로그인 / 자동 로그인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8308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78308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192938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192938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계좌 관리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192938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계좌 등록 / 입출금 기록 / 잔액 자동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51460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51460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66090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266090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포지션 관리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66090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진입·정리 / 수익률·손익 계산 / 복기 메모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24612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24612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39242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39242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시각화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339242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수익률 막대 차트 / 누적 손익 라인 차트 / 기간 필터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977639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77639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12394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0240" y="412394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대시보드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412394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총 잔액 / 누적 손익 / 승률 / 최근 포지션 목록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70916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709160"/>
            <a:ext cx="54864" cy="62179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85546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E7D32"/>
                </a:solidFill>
              </a:rPr>
              <a:t>✅ 완료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485546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문서·배포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485546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setup·testing 문서 / README 완비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440680"/>
            <a:ext cx="11247120" cy="621792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5440680"/>
            <a:ext cx="54864" cy="621792"/>
          </a:xfrm>
          <a:prstGeom prst="rect">
            <a:avLst/>
          </a:prstGeom>
          <a:solidFill>
            <a:srgbClr val="9E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5586984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⏳ 예정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20240" y="558698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12121"/>
                </a:solidFill>
              </a:rPr>
              <a:t>앱 빌드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0" y="5586984"/>
            <a:ext cx="7406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Android APK 빌드 및 설치 파일 생성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605272"/>
            <a:ext cx="11247120" cy="56692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57607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F51B5"/>
                </a:solidFill>
              </a:rPr>
              <a:t>전체 진척  ·  Must 기능 99% 완료  (6단계 완료 / Android APK 빌드 예정)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6.  데모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라이브 시연 — 핵심 화면 2가지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7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188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1188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계좌 관리 흐름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37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계좌 등록 (주식·코인 선택, 통화 선택)  → ② 입금 기록  → ③ 잔액 자동 계산 확인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11247120" cy="192024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383280"/>
            <a:ext cx="54864" cy="192024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1124712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474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F51B5"/>
                </a:solidFill>
              </a:rPr>
              <a:t>시나리오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47472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포지션 기록 + 복기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4023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① 포지션 진입 기록 (종목·진입가·수량·매수 근거)  → ② 포지션 정리 (매도가·손익·수익률 자동 계산)  → ③ 복기 메모 조회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806440"/>
            <a:ext cx="11247120" cy="658368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9710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데모 백업  ·  Wi-Fi 없는 환경 대비 → 로컬 데이터 캐시 + 화면 녹화 영상 준비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7.  어려운 점 / 도움 요청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8 /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18871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iOS 빌드 불가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18488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Mac 환경 없음 → iOS 시뮬레이터·실기기 테스트 불가
Android APK만 제출 예정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715768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852927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Firebase Security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282696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Firestore 보안 규칙 검증 어려움 — 다른 사용자가 타 계정 데이터에
접근하지 못하도록 규칙을 작성했으나 침투 테스트 환경 없음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79976"/>
            <a:ext cx="11247120" cy="1417320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379976"/>
            <a:ext cx="54864" cy="1417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51713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12121"/>
                </a:solidFill>
              </a:rPr>
              <a:t>앱 배포 경험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946904"/>
            <a:ext cx="107899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</a:rPr>
              <a:t>Google Play Console 등록 절차 및 APK 서명 과정 첫 시도
배포 오류 발생 시 대응 방법 조언 필요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8.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팀원 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9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87552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987552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0332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feature-debugger 에이전트 직접 제작 + /dg 실사용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426464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.claude/agents/feature-debugger.md  직접 제작
앱 기능 6개 영역(인증 · 계좌 · 포지션 · 차트 · 대시보드 · Firebase)을 /dg 명령어 하나로 반복 점검 수행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12264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12264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5798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1  —  단일 md 부트스트랩  (AUTHORING.Jooseonghyeon.v0.1.0.md)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551176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Rules · Skills · Commands 전체를 파일 하나로 자동 세팅
새 프로젝트에 이 파일 하나만 주면 AI 운영 체계 즉시 구성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36976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236976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8269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3  —  단계별 개발 계획 · 진행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675887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개발 전 단계별 계획 수립 → AI 구현 → 직접 점검 · 이해 → 다음 단계 진행
AI 의존 개발에서 코드 이해도를 유지하기 위한 개인 워크플로우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3616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361688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407407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LLM Wiki  —  암묵지 운영  (notes/llm-wiki.md · 11개 항목)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480060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개발 중 배운 AI 사용 인사이트 직접 기록
Flutter 실행 환경 / 에이전트 호출법 / ADR 개념 / python-pptx 단위 변환 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48640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553212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AI Agent 리포트  —  이 발표에서 Claude Code 활용 사례 직접 발표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925312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Claude Code(Anthropic, 2024~)로 서브에이전트 제작 · 커스텀 명령어 운영 · 단계별 개발 수행
최근 6개월 이내 지속 업데이트 도구 · 출처: claude.ai/code  (공식 문서)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9.  개발 방식 — AI 워크플로우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E9E9E"/>
                </a:solidFill>
              </a:rPr>
              <a:t>팀원 B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10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987552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987552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033272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pre-presentation-checker 에이전트 직접 제작 + /pc 실사용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426464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.claude/agents/pre-presentation-checker.md  직접 제작
발표 전 제출 서류 · 가산점 · 앱 상태를 평가 루브릭 기준으로 자동 점검 → 미완료 항목 우선 보고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12264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12264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5798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1  —  단일 md 부트스트랩  (AUTHORING.jeongkyeongwoo.v0.1.0.md)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551176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Rules · Skills · Commands 전체를 파일 하나로 자동 세팅
새 프로젝트에 이 파일 하나만 주면 AI 운영 체계 즉시 구성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36976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236976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8269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기법 3  —  단계별 보고 방식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675887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각 구현 단계 완료 후 AI에게 결과 보고받기 → 코드 이해도 유지
"방금 만든 기능을 3줄로 설명해줘" → 내용 이해 후 다음 단계 진행  ·  Q&amp;A 즉답 가능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3616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361688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407407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LLM Wiki  —  암묵지 운영  (notes/llm-wiki.md · 11개 항목)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4800600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개발 중 배운 AI 사용 인사이트 직접 기록
Flutter 실행 환경 / 에이전트 호출법 / ADR 개념 / python-pptx 단위 변환 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48640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553212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AI Agent 리포트  —  이 발표에서 Claude Code 활용 사례 직접 발표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925312"/>
            <a:ext cx="109728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Claude Code(Anthropic, 2024~)로 서브에이전트 제작 · 커스텀 명령어 운영 · 단계별 보고 방식 수행
최근 6개월 이내 지속 업데이트 도구 · 출처: claude.ai/code  (공식 문서)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ADR-0001  —  모바일 프레임워크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11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React Native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안드로이드 전용 개발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아이폰 전용 개발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Flutter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ADR-0002  —  아키텍처 패턴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12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역할 구분 없이 한 파일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MVC 방식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548640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6 ~ 8개 레이어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548640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530352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4레이어 구조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987552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선택된 4레이어 구조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389888"/>
            <a:ext cx="137160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159105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레이어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8120" y="1389888"/>
            <a:ext cx="256032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159105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역할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424160" y="1389888"/>
            <a:ext cx="1737360" cy="8229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33888" y="159105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3F51B5"/>
                </a:solidFill>
              </a:rPr>
              <a:t>위치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39572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59689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18120" y="239572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7848" y="259689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버튼·목록·입력창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24160" y="239572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33888" y="259689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screens/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0156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60273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흐름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20" y="340156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7848" y="360273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화면-데이터 연결 처리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424160" y="340156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33888" y="360273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/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40740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460857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규칙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18120" y="440740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27848" y="460857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잔액·수익률 계산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440740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33888" y="460857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models/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5413248"/>
            <a:ext cx="137160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10528" y="5614416"/>
            <a:ext cx="1188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저장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5413248"/>
            <a:ext cx="256032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27848" y="5614416"/>
            <a:ext cx="2377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Firestore 입출력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24160" y="5413248"/>
            <a:ext cx="1737360" cy="82296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33888" y="5614416"/>
            <a:ext cx="1554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</a:rPr>
              <a:t>services/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F51B5"/>
                </a:solidFill>
              </a:rPr>
              <a:t>ADR-0003  —  백엔드 서비스 선택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13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875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E9E9E"/>
                </a:solidFill>
              </a:rPr>
              <a:t>선택지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499616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Supabase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761488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폰 내부 저장 (SQLite 등)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13631"/>
            <a:ext cx="11247120" cy="1024128"/>
          </a:xfrm>
          <a:prstGeom prst="rect">
            <a:avLst/>
          </a:prstGeom>
          <a:noFill/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023359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E9E9E"/>
                </a:solidFill>
              </a:rPr>
              <a:t>직접 서버 구축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75504"/>
            <a:ext cx="11247120" cy="1024128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285232"/>
            <a:ext cx="11064240" cy="886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✓  Firebase (Auth + Firestore)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88952" cy="45720"/>
          </a:xfrm>
          <a:prstGeom prst="rect">
            <a:avLst/>
          </a:prstGeom>
          <a:solidFill>
            <a:srgbClr val="3F51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09160"/>
            <a:ext cx="12188952" cy="2148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3F51B5"/>
                </a:solidFill>
              </a:rPr>
              <a:t>감사합니다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74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E9E9E"/>
                </a:solidFill>
              </a:rPr>
              <a:t>Portfolio Tracker  ·  2026.06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E9E9E"/>
                </a:solidFill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